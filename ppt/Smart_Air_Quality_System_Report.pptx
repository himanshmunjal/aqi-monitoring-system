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Air Quality Monitoring and Alert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Course: BCSE301L Software Engineering</a:t>
            </a:r>
          </a:p>
          <a:p/>
          <a:p>
            <a:r>
              <a:t>Team Members: Yash Raj (23BDS0142), Laksham Pratap Singh (23BCF0156), Himansh Mangal (23BDS0252), Abhay Mittal (23BDS0213), Fabrice Freejo (23BCE2166)</a:t>
            </a:r>
          </a:p>
          <a:p/>
          <a:p>
            <a:r>
              <a:t>University: VIT University; Faculty: S. Margret Anouncia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Introduction: A software solution for real-time environmental monitoring.</a:t>
            </a:r>
          </a:p>
          <a:p/>
          <a:p>
            <a:r>
              <a:t>• Societal Problem: Health risks (respiratory/cardiovascular) and lack of real-time pollution data.</a:t>
            </a:r>
          </a:p>
          <a:p/>
          <a:p>
            <a:r>
              <a:t>• Target Users: Citizens, Municipal authorities, and Healthcare organizations.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Performance-based goals:</a:t>
            </a:r>
          </a:p>
          <a:p>
            <a:r>
              <a:t>  - High accuracy data collection</a:t>
            </a:r>
          </a:p>
          <a:p>
            <a:r>
              <a:t>  - Minimal latency</a:t>
            </a:r>
          </a:p>
          <a:p>
            <a:r>
              <a:t>  - Instant alert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Planning - WBS (Process-Based)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Phases:</a:t>
            </a:r>
            <a:br/>
            <a:br/>
            <a:r>
              <a:t>• Planning</a:t>
            </a:r>
            <a:br/>
            <a:r>
              <a:t>• Installation</a:t>
            </a:r>
            <a:br/>
            <a:r>
              <a:t>• Data Collection</a:t>
            </a:r>
            <a:br/>
            <a:r>
              <a:t>• Alert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[SPACE FOR IMAGE: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PROCESS-BASED WBS DIAGRAM]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(Use image from 'Tool implementation Of Task-1.pdf', Page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Planning - WBS (Product-Based)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Deliverables:</a:t>
            </a:r>
            <a:br/>
            <a:br/>
            <a:r>
              <a:t>• Documentation</a:t>
            </a:r>
            <a:br/>
            <a:r>
              <a:t>• Sensor Nodes</a:t>
            </a:r>
            <a:br/>
            <a:r>
              <a:t>• Processing Module</a:t>
            </a:r>
            <a:br/>
            <a:r>
              <a:t>• Notification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[SPACE FOR IMAGE: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PRODUCT-BASED WBS DIAGRAM]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(Use image from 'Tool implementation Of Task-1.pdf', Page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Schedule (Gantt Chart 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Timeline for Process-based tasks:</a:t>
            </a:r>
            <a:br/>
            <a:br/>
            <a:r>
              <a:t>• From Feb 2026 to April 2026</a:t>
            </a:r>
            <a:br/>
            <a:r>
              <a:t>• Covers Initiation up to Dashboard Development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[SPACE FOR IMAGE: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PROCESS-BASED GANTT CHART]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(Use image from 'Tool implementation Of Task-1.pdf', Page 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Schedule (Gantt Chart 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Timeline for Product-based deliverables:</a:t>
            </a:r>
            <a:br/>
            <a:br/>
            <a:r>
              <a:t>• From Feb 2026 to April 2026</a:t>
            </a:r>
            <a:br/>
            <a:r>
              <a:t>• Covers Requirement Specs up to Final Project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[SPACE FOR IMAGE: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PRODUCT-BASED GANTT CHART]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(Use image from 'Tool implementation Of Task-1.pdf', Page 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Technique: Observation.</a:t>
            </a:r>
          </a:p>
          <a:p/>
          <a:p>
            <a:r>
              <a:t>• Key Finding: Citizens have high health risks due to a lack of immediate alert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Viewpoint-Oriented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Perspectives:</a:t>
            </a:r>
          </a:p>
          <a:p/>
          <a:p>
            <a:r>
              <a:t>• Citizen: Needs real-time AQI and alerts.</a:t>
            </a:r>
          </a:p>
          <a:p/>
          <a:p>
            <a:r>
              <a:t>• Environmental Authority: Needs analysis and trends reporting.</a:t>
            </a:r>
          </a:p>
          <a:p/>
          <a:p>
            <a:r>
              <a:t>• Administrator: Needs system monitoring and maintenance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approach emphasizes modularity, seamless communication, and low dependency.</a:t>
            </a:r>
          </a:p>
          <a:p/>
          <a:p>
            <a:r>
              <a:t>• Tools used for modeling and analysis:</a:t>
            </a:r>
          </a:p>
          <a:p>
            <a:r>
              <a:t>  - Modelio 5.4</a:t>
            </a:r>
          </a:p>
          <a:p>
            <a:r>
              <a:t>  - Draw.io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Design (Class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Classes:</a:t>
            </a:r>
            <a:br/>
            <a:br/>
            <a:r>
              <a:t>• Sensor</a:t>
            </a:r>
            <a:br/>
            <a:r>
              <a:t>• Data Processor</a:t>
            </a:r>
            <a:br/>
            <a:r>
              <a:t>• Alert System</a:t>
            </a:r>
            <a:br/>
            <a:r>
              <a:t>• Database</a:t>
            </a:r>
            <a:br/>
            <a:r>
              <a:t>•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[SPACE FOR IMAGE: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CLASS DIAGRAM]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(Use image from 'Task-3, Tool Work.pdf', Page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Style: Layered Architecture.</a:t>
            </a:r>
            <a:br/>
            <a:br/>
            <a:r>
              <a:t>Layers:</a:t>
            </a:r>
            <a:br/>
            <a:r>
              <a:t>• Presentation Layer</a:t>
            </a:r>
            <a:br/>
            <a:r>
              <a:t>• Business Layer</a:t>
            </a:r>
            <a:br/>
            <a:r>
              <a:t>• Persistence Layer</a:t>
            </a:r>
            <a:br/>
            <a:r>
              <a:t>• Database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[SPACE FOR IMAGE: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LAYERED ARCHITECTURE DIAGRAM]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(Use image from 'Task-3, Tool Work.pdf', Page 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Cohesion and Coupling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/>
            </a:pPr>
            <a:r>
              <a:t>Types:</a:t>
            </a:r>
            <a:br/>
            <a:r>
              <a:t>• High Functional Cohesion</a:t>
            </a:r>
            <a:br/>
            <a:r>
              <a:t>• Low Data Coupling</a:t>
            </a:r>
            <a:br/>
            <a:br/>
            <a:r>
              <a:t>Impact:</a:t>
            </a:r>
            <a:br/>
            <a:r>
              <a:t>Provides highly maintainable, scalable and modular design.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[SPACE FOR IMAGE:</a:t>
            </a: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COHESION AND COUPLING ANALYSIS DIAGRAM]</a:t>
            </a: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</a:p>
          <a:p>
            <a:pPr>
              <a:defRPr sz="1600">
                <a:solidFill>
                  <a:srgbClr val="505050"/>
                </a:solidFill>
              </a:defRPr>
            </a:pPr>
            <a:r>
              <a:t>(Use image from 'Task-3, Tool Work.pdf', Page 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Techniques Employed:</a:t>
            </a:r>
          </a:p>
          <a:p>
            <a:r>
              <a:t>  - Boundary Value Analysis</a:t>
            </a:r>
          </a:p>
          <a:p>
            <a:r>
              <a:t>  - Equivalence Partitioning</a:t>
            </a:r>
          </a:p>
          <a:p/>
          <a:p>
            <a:r>
              <a:t>• Summary of Test Cases:</a:t>
            </a:r>
          </a:p>
          <a:p>
            <a:r>
              <a:t>  - Validated TC-01 to TC-06.</a:t>
            </a:r>
          </a:p>
          <a:p>
            <a:r>
              <a:t>  - Executed with a 100% Pass rate.</a:t>
            </a:r>
          </a:p>
          <a:p>
            <a:r>
              <a:t>  - Validated normal flows and edge cases successfully.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Summary:</a:t>
            </a:r>
          </a:p>
          <a:p>
            <a:r>
              <a:t>  - Developed a successful modular framework for real-time AQI monitoring and alerting.</a:t>
            </a:r>
          </a:p>
          <a:p/>
          <a:p>
            <a:r>
              <a:t>• Future Scope:</a:t>
            </a:r>
          </a:p>
          <a:p>
            <a:r>
              <a:t>  - Integration with smart city infrastructure.</a:t>
            </a:r>
          </a:p>
          <a:p>
            <a:r>
              <a:t>  - AI-based predictive analysis for air quality forecasting.</a:t>
            </a:r>
          </a:p>
          <a:p>
            <a:r>
              <a:t>  - Personalized health recommendation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